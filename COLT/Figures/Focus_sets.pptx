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0054"/>
    <a:srgbClr val="404387"/>
    <a:srgbClr val="29788E"/>
    <a:srgbClr val="22A784"/>
    <a:srgbClr val="79D250"/>
    <a:srgbClr val="FEE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94694"/>
  </p:normalViewPr>
  <p:slideViewPr>
    <p:cSldViewPr snapToGrid="0" showGuides="1">
      <p:cViewPr varScale="1">
        <p:scale>
          <a:sx n="104" d="100"/>
          <a:sy n="104" d="100"/>
        </p:scale>
        <p:origin x="232" y="5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74366-FB5E-1C45-AF60-6FBDED55D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70CAE-5384-0376-08A0-AEECD1F79F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C4A3F-C1D3-3B3D-CB38-A2845F707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5B5A8-0D9F-174E-A723-3FF85EA535FE}" type="datetimeFigureOut">
              <a:rPr lang="en-US" smtClean="0"/>
              <a:t>1/21/23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5944C-8525-2385-BBD2-CA6263224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08CE4-FA71-C513-5E7C-43264A1CE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239B-B45A-B144-A4E7-19C9E4234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71C9-EA8E-7507-8295-C1A324BDE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4E807-850A-D6AE-2DFA-0D7E09BE7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EFEFA-FFBF-14AF-E673-0C9CB6889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5B5A8-0D9F-174E-A723-3FF85EA535FE}" type="datetimeFigureOut">
              <a:rPr lang="en-US" smtClean="0"/>
              <a:t>1/21/23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C6824-AD21-D820-460D-45AE74425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A8C81-B039-F038-9EB3-AE8167872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239B-B45A-B144-A4E7-19C9E4234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050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F873F-1470-2197-198C-24FCA7DCE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7160E2-D1B6-BE13-20AF-FD96ADDAC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14CA7-3BFB-75C9-30F6-922CB6DC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5B5A8-0D9F-174E-A723-3FF85EA535FE}" type="datetimeFigureOut">
              <a:rPr lang="en-US" smtClean="0"/>
              <a:t>1/21/23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43748-F13D-829F-0B88-A0F9F15C2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5FB10-02E3-17F2-07B8-63DD45D4C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239B-B45A-B144-A4E7-19C9E4234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058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9E264-9743-8BD9-3FC6-118350936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C9A6F-0F6F-A13C-1513-5733DFD670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1F9820-668F-89C3-A56E-EF15565A5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B5FBA-9DBF-D7EF-CD5F-79EE0020A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5B5A8-0D9F-174E-A723-3FF85EA535FE}" type="datetimeFigureOut">
              <a:rPr lang="en-US" smtClean="0"/>
              <a:t>1/21/23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EAE5C-B352-532C-5A8B-7FAE54BF8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B011FE-81F8-7990-9354-2C19B5B7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239B-B45A-B144-A4E7-19C9E4234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32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9317-1A54-F864-12FE-13317E351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4FDC3-BEFD-39D7-E5FB-AA1DF75CC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977A8-F3C4-CA30-E2BF-11212103D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310CEB-2E5F-2ABF-FCCB-A78DB359FE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3CCD8D-2079-1D3F-FC0C-42700A624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C72AF6-5AB4-28CA-7BC2-4568291A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5B5A8-0D9F-174E-A723-3FF85EA535FE}" type="datetimeFigureOut">
              <a:rPr lang="en-US" smtClean="0"/>
              <a:t>1/21/23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BA53D5-3071-7264-C9E6-57B30AF72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084D8B-59C0-FF54-DDC5-876EE95AA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239B-B45A-B144-A4E7-19C9E4234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49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6DAB-7B52-5C89-9059-E6D6548D8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1E3D0-1312-7E48-4F7C-97AF2DDB9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5B5A8-0D9F-174E-A723-3FF85EA535FE}" type="datetimeFigureOut">
              <a:rPr lang="en-US" smtClean="0"/>
              <a:t>1/21/23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70A6D8-EA4E-BF3E-5294-6BEEF550C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A9563-8E01-F5AC-5B71-9B88ADF2D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239B-B45A-B144-A4E7-19C9E4234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85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0399EB-6C23-AB43-8BA4-EBDAEB853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5B5A8-0D9F-174E-A723-3FF85EA535FE}" type="datetimeFigureOut">
              <a:rPr lang="en-US" smtClean="0"/>
              <a:t>1/21/23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75C12D-3C76-2FD3-E3AB-9BF28F270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F7BCF-405E-7CD9-674A-7D62F53DA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239B-B45A-B144-A4E7-19C9E4234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126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B5112-3A54-B9DB-6362-64DF18153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1B32A-ACF6-7978-AD3E-2D840AF11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49888-D56B-984B-3C8C-4F6F5DD2DC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B6A37-E23D-60D1-E6FF-6BE03009B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5B5A8-0D9F-174E-A723-3FF85EA535FE}" type="datetimeFigureOut">
              <a:rPr lang="en-US" smtClean="0"/>
              <a:t>1/21/23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04269-C95C-EC39-28F8-5454BC61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7E7CB2-84D8-44B3-A876-32A8BA8C2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239B-B45A-B144-A4E7-19C9E4234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6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3F1E-3DBE-645D-9554-16B138A45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51D0E9-F168-762F-9809-22BD013A7D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5A02B-F00D-B79B-EBCA-63984F42A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1F9245-E8A7-778A-9066-AAB72696E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5B5A8-0D9F-174E-A723-3FF85EA535FE}" type="datetimeFigureOut">
              <a:rPr lang="en-US" smtClean="0"/>
              <a:t>1/21/23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4EE0E-60BA-2F1B-00D4-DA8BE179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2D970F-519D-2AD7-84CE-35F78832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239B-B45A-B144-A4E7-19C9E4234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66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A3570-5605-BF3E-CF53-254DBCB8A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8BA26-5A66-0926-2655-B2E2EAD5D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B86BC-9255-ABB8-9AD9-4DF2D7B03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5B5A8-0D9F-174E-A723-3FF85EA535FE}" type="datetimeFigureOut">
              <a:rPr lang="en-US" smtClean="0"/>
              <a:t>1/21/23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7E062-3D66-9375-CF21-D5652EA7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A3070-8920-033D-06BE-846910810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239B-B45A-B144-A4E7-19C9E4234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9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0B96A0-D235-DB42-8DA0-23DC9694B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42710C-41EB-43F0-6B37-F2BA89AC5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213E2-C86A-0308-3014-71E4C2B8A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5B5A8-0D9F-174E-A723-3FF85EA535FE}" type="datetimeFigureOut">
              <a:rPr lang="en-US" smtClean="0"/>
              <a:t>1/21/23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43BCDA-8056-6700-944E-1CCDB393A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F6612-06D0-EDF7-C4E9-EF7D0C1F5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239B-B45A-B144-A4E7-19C9E4234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412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5DB41B-CB04-51E4-0578-0AF59A8BE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EEF245-0453-9D65-F37B-1D2224AAA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211DD-379F-5A84-C490-1165F96A5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E5B5A8-0D9F-174E-A723-3FF85EA535FE}" type="datetimeFigureOut">
              <a:rPr lang="en-US" smtClean="0"/>
              <a:t>1/21/23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5665A-5C51-7560-CEAB-D01A4C0B7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F6E3B-5588-4D95-FAFB-12291FAC5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0239B-B45A-B144-A4E7-19C9E4234A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12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267509-280F-2E14-F7DB-6773F3E3EB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" t="1261" r="-1" b="340"/>
          <a:stretch/>
        </p:blipFill>
        <p:spPr>
          <a:xfrm>
            <a:off x="5718906" y="1937742"/>
            <a:ext cx="4918841" cy="479456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0123FD0-CC5F-5893-A0D4-3CECF5FA5FD9}"/>
              </a:ext>
            </a:extLst>
          </p:cNvPr>
          <p:cNvSpPr/>
          <p:nvPr/>
        </p:nvSpPr>
        <p:spPr>
          <a:xfrm>
            <a:off x="8320230" y="1210715"/>
            <a:ext cx="1416908" cy="247136"/>
          </a:xfrm>
          <a:prstGeom prst="rect">
            <a:avLst/>
          </a:prstGeom>
          <a:solidFill>
            <a:srgbClr val="79D2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B44BE2-6851-0472-D761-67F370CD8A0C}"/>
              </a:ext>
            </a:extLst>
          </p:cNvPr>
          <p:cNvSpPr/>
          <p:nvPr/>
        </p:nvSpPr>
        <p:spPr>
          <a:xfrm>
            <a:off x="8320230" y="1503642"/>
            <a:ext cx="1416908" cy="247136"/>
          </a:xfrm>
          <a:prstGeom prst="rect">
            <a:avLst/>
          </a:prstGeom>
          <a:solidFill>
            <a:srgbClr val="FEE72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B3491F-35C8-A07D-1026-4EE1457E627D}"/>
              </a:ext>
            </a:extLst>
          </p:cNvPr>
          <p:cNvSpPr txBox="1"/>
          <p:nvPr/>
        </p:nvSpPr>
        <p:spPr>
          <a:xfrm>
            <a:off x="9784719" y="1149261"/>
            <a:ext cx="729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r=10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BD849F5-4E10-E156-BDBD-2F1B0B3F9E87}"/>
              </a:ext>
            </a:extLst>
          </p:cNvPr>
          <p:cNvGrpSpPr/>
          <p:nvPr/>
        </p:nvGrpSpPr>
        <p:grpSpPr>
          <a:xfrm>
            <a:off x="6126692" y="877328"/>
            <a:ext cx="2193537" cy="913909"/>
            <a:chOff x="8320230" y="286228"/>
            <a:chExt cx="2193537" cy="91390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8D70F70-37AF-2093-9498-D6C28D9813A5}"/>
                </a:ext>
              </a:extLst>
            </p:cNvPr>
            <p:cNvSpPr/>
            <p:nvPr/>
          </p:nvSpPr>
          <p:spPr>
            <a:xfrm>
              <a:off x="8320230" y="331937"/>
              <a:ext cx="1416908" cy="247136"/>
            </a:xfrm>
            <a:prstGeom prst="rect">
              <a:avLst/>
            </a:prstGeom>
            <a:solidFill>
              <a:srgbClr val="40438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3CBB8B-B2DA-AC0A-61AC-96574BF110D3}"/>
                </a:ext>
              </a:extLst>
            </p:cNvPr>
            <p:cNvSpPr/>
            <p:nvPr/>
          </p:nvSpPr>
          <p:spPr>
            <a:xfrm>
              <a:off x="8320230" y="624863"/>
              <a:ext cx="1416908" cy="247136"/>
            </a:xfrm>
            <a:prstGeom prst="rect">
              <a:avLst/>
            </a:prstGeom>
            <a:solidFill>
              <a:srgbClr val="29788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47DF3D-5149-0390-E621-3C3968B992E3}"/>
                </a:ext>
              </a:extLst>
            </p:cNvPr>
            <p:cNvSpPr/>
            <p:nvPr/>
          </p:nvSpPr>
          <p:spPr>
            <a:xfrm>
              <a:off x="8320230" y="917789"/>
              <a:ext cx="1416908" cy="247136"/>
            </a:xfrm>
            <a:prstGeom prst="rect">
              <a:avLst/>
            </a:prstGeom>
            <a:solidFill>
              <a:srgbClr val="22A78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78F2840-1702-6C58-C2C3-97532636D707}"/>
                </a:ext>
              </a:extLst>
            </p:cNvPr>
            <p:cNvSpPr txBox="1"/>
            <p:nvPr/>
          </p:nvSpPr>
          <p:spPr>
            <a:xfrm>
              <a:off x="9784719" y="286228"/>
              <a:ext cx="7290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r=80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D2851B7-C4E0-EC42-8B0E-95E6380DA133}"/>
                </a:ext>
              </a:extLst>
            </p:cNvPr>
            <p:cNvSpPr txBox="1"/>
            <p:nvPr/>
          </p:nvSpPr>
          <p:spPr>
            <a:xfrm>
              <a:off x="9784719" y="573905"/>
              <a:ext cx="7290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r=40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656E8A0-2757-3552-4796-A34928A1E5A1}"/>
                </a:ext>
              </a:extLst>
            </p:cNvPr>
            <p:cNvSpPr txBox="1"/>
            <p:nvPr/>
          </p:nvSpPr>
          <p:spPr>
            <a:xfrm>
              <a:off x="9784719" y="861583"/>
              <a:ext cx="7290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r=20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10C3871-45FC-2233-4958-05CBE635F576}"/>
              </a:ext>
            </a:extLst>
          </p:cNvPr>
          <p:cNvSpPr txBox="1"/>
          <p:nvPr/>
        </p:nvSpPr>
        <p:spPr>
          <a:xfrm>
            <a:off x="9784719" y="1436938"/>
            <a:ext cx="729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r=5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0A5976-31F7-04BC-68D6-4C2D38906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67" y="1890418"/>
            <a:ext cx="4892154" cy="4841893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E53B7C86-41F4-2032-7CE7-35D1D0D05175}"/>
              </a:ext>
            </a:extLst>
          </p:cNvPr>
          <p:cNvGrpSpPr/>
          <p:nvPr/>
        </p:nvGrpSpPr>
        <p:grpSpPr>
          <a:xfrm>
            <a:off x="852602" y="1116149"/>
            <a:ext cx="1416908" cy="586987"/>
            <a:chOff x="3719370" y="1118000"/>
            <a:chExt cx="1416908" cy="586987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4B9A6A4-216A-09D9-9489-651AB7CDD2AC}"/>
                </a:ext>
              </a:extLst>
            </p:cNvPr>
            <p:cNvSpPr/>
            <p:nvPr/>
          </p:nvSpPr>
          <p:spPr>
            <a:xfrm>
              <a:off x="3719370" y="1457851"/>
              <a:ext cx="1416908" cy="247136"/>
            </a:xfrm>
            <a:prstGeom prst="rect">
              <a:avLst/>
            </a:prstGeom>
            <a:solidFill>
              <a:srgbClr val="FEE72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ABD1C1C-1DE6-2B6D-98B2-F889F023D5A8}"/>
                </a:ext>
              </a:extLst>
            </p:cNvPr>
            <p:cNvSpPr/>
            <p:nvPr/>
          </p:nvSpPr>
          <p:spPr>
            <a:xfrm>
              <a:off x="3719370" y="1118000"/>
              <a:ext cx="1416908" cy="247136"/>
            </a:xfrm>
            <a:prstGeom prst="rect">
              <a:avLst/>
            </a:prstGeom>
            <a:solidFill>
              <a:srgbClr val="44005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8CF8CA1-625D-1E8F-4B74-F71F7BCE6DAA}"/>
              </a:ext>
            </a:extLst>
          </p:cNvPr>
          <p:cNvGrpSpPr/>
          <p:nvPr/>
        </p:nvGrpSpPr>
        <p:grpSpPr>
          <a:xfrm>
            <a:off x="2433702" y="1071089"/>
            <a:ext cx="1089682" cy="653842"/>
            <a:chOff x="2433702" y="1071089"/>
            <a:chExt cx="1089682" cy="65384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B06485F-D151-1D16-8D7D-7F99CB6EAAB7}"/>
                    </a:ext>
                  </a:extLst>
                </p:cNvPr>
                <p:cNvSpPr txBox="1"/>
                <p:nvPr/>
              </p:nvSpPr>
              <p:spPr>
                <a:xfrm>
                  <a:off x="2433703" y="1071089"/>
                  <a:ext cx="108968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=0.3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8B06485F-D151-1D16-8D7D-7F99CB6EAA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3703" y="1071089"/>
                  <a:ext cx="1089681" cy="338554"/>
                </a:xfrm>
                <a:prstGeom prst="rect">
                  <a:avLst/>
                </a:prstGeom>
                <a:blipFill>
                  <a:blip r:embed="rId4"/>
                  <a:stretch>
                    <a:fillRect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EA41A30-07EE-5EB5-794F-7C0F6B7747C2}"/>
                    </a:ext>
                  </a:extLst>
                </p:cNvPr>
                <p:cNvSpPr txBox="1"/>
                <p:nvPr/>
              </p:nvSpPr>
              <p:spPr>
                <a:xfrm>
                  <a:off x="2433702" y="1386377"/>
                  <a:ext cx="108968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=−0.3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EA41A30-07EE-5EB5-794F-7C0F6B7747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3702" y="1386377"/>
                  <a:ext cx="1089681" cy="338554"/>
                </a:xfrm>
                <a:prstGeom prst="rect">
                  <a:avLst/>
                </a:prstGeom>
                <a:blipFill>
                  <a:blip r:embed="rId5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56F3EBB2-99BE-290C-C58D-BFAEC7F2A2F0}"/>
              </a:ext>
            </a:extLst>
          </p:cNvPr>
          <p:cNvSpPr txBox="1"/>
          <p:nvPr/>
        </p:nvSpPr>
        <p:spPr>
          <a:xfrm>
            <a:off x="634433" y="460223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97413D-5135-4243-BF31-6249FCC1CB6B}"/>
              </a:ext>
            </a:extLst>
          </p:cNvPr>
          <p:cNvSpPr txBox="1"/>
          <p:nvPr/>
        </p:nvSpPr>
        <p:spPr>
          <a:xfrm>
            <a:off x="5902126" y="460223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223783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28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yoav freund</dc:creator>
  <cp:lastModifiedBy>yoav freund</cp:lastModifiedBy>
  <cp:revision>2</cp:revision>
  <dcterms:created xsi:type="dcterms:W3CDTF">2023-01-21T00:48:26Z</dcterms:created>
  <dcterms:modified xsi:type="dcterms:W3CDTF">2023-01-21T19:22:28Z</dcterms:modified>
</cp:coreProperties>
</file>